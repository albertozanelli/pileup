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ch3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imag_ch3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real_ch3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ch34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imag_ch34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real_ch34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ch7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imag_ch7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real_ch7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ch83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imag_ch83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real_ch83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ch9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imag_ch9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tal_filters_real_ch91_m205_wi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71"/>
            <a:ext cx="12191695" cy="57148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